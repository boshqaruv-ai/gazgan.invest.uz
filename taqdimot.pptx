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14813" y="410263"/>
            <a:ext cx="714375" cy="714375"/>
          </a:xfrm>
          <a:prstGeom prst="rect">
            <a:avLst/>
          </a:prstGeom>
          <a:solidFill>
            <a:srgbClr val="E8D5A3"/>
          </a:solidFill>
          <a:ln/>
        </p:spPr>
      </p:sp>
      <p:sp>
        <p:nvSpPr>
          <p:cNvPr id="4" name="Text 1"/>
          <p:cNvSpPr/>
          <p:nvPr/>
        </p:nvSpPr>
        <p:spPr>
          <a:xfrm>
            <a:off x="4397871" y="570105"/>
            <a:ext cx="348258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F0F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G'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032340" y="1196076"/>
            <a:ext cx="1079320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G'ozg'on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032340" y="1492541"/>
            <a:ext cx="107932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 Portal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0" y="1871160"/>
            <a:ext cx="914400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G'ozg'on Investitsion Portali: O'zbekistonning Marmar va Granit Sanoatiga Global Darvozasi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467023" y="3659888"/>
            <a:ext cx="8209955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C9A84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Innovatsion Texnologiyalar va Sun'iy Intellekt Yordamida Investitsiya Imkoniyatlari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031489" y="4351046"/>
            <a:ext cx="30810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Taqdimotchi: [Sizning Ismingiz/Kompaniya Nomi]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46627" y="4586790"/>
            <a:ext cx="105074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Sana: [Joriy Sana]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9849" y="285750"/>
            <a:ext cx="5124301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G'ozg'on: O'zbekistonning Noyob Tosh Sanoati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00125" y="905470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Asosiy Fikr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0125" y="1141214"/>
            <a:ext cx="3286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G'ozg'on shahri va uning atrofidagi hududlar noyob marmar va granit zaxiralariga ega bo'lib, bu resurslar global bozor uchun katta investitsion salohiyatga ega.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00125" y="1796960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Muammo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0125" y="2032704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Xalqaro investorlar uchun ishonchli, to'liq va shaffof ma'lumotlarning yetishmasligi.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00125" y="2505587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Yechim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0125" y="2741330"/>
            <a:ext cx="32861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Zamonaviy, AI-ga asoslangan investitsion portal yaratish.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00125" y="3031350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Maqsad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0125" y="3267094"/>
            <a:ext cx="3286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G'ozg'onning marmar va granit sanoatiga xalqaro va mahalliy investitsiyalarni jalb qilish, shaffoflikni oshirish va investorlar uchun qulay muhit yaratish.</a:t>
            </a:r>
            <a:endParaRPr lang="en-US" sz="8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42579"/>
            <a:ext cx="357187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66138" y="285750"/>
            <a:ext cx="3611724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Investorlar Uchun Aqlli Platforma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00125" y="719733"/>
            <a:ext cx="2295516" cy="1301558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988" y="862608"/>
            <a:ext cx="385763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41391" y="1291233"/>
            <a:ext cx="141298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Yuqori sifatli kontent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143000" y="1512689"/>
            <a:ext cx="200976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Konlar, mahsulotlar, sexlar haqida 4K rasmlar, videolar va 360° virtual turlar.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3424228" y="719733"/>
            <a:ext cx="2295516" cy="1301558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091" y="862608"/>
            <a:ext cx="385763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43865" y="1291233"/>
            <a:ext cx="105621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Interaktiv xarita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595455" y="1512689"/>
            <a:ext cx="195303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Konlar, infratuzilma va logistika yo'llari.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5848331" y="719733"/>
            <a:ext cx="2295544" cy="1301558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222" y="862608"/>
            <a:ext cx="385763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05392" y="1291233"/>
            <a:ext cx="138139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Mahsulotlar katalogi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155513" y="1512689"/>
            <a:ext cx="168118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Batafsil tavsiflar, filtrlar va qidiruv.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1000125" y="2149878"/>
            <a:ext cx="2295516" cy="1301558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6419" y="2292753"/>
            <a:ext cx="342900" cy="3429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181" y="2721378"/>
            <a:ext cx="1699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Investitsiya imkoniyatlari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1143000" y="2942834"/>
            <a:ext cx="200976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Soliq imtiyozlari, huquqiy asoslar va tayyor loyihalar.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3424228" y="2149878"/>
            <a:ext cx="2295516" cy="1301558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660" y="2292753"/>
            <a:ext cx="428625" cy="3429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213668" y="2721378"/>
            <a:ext cx="7166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Ko'p tillilik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3955628" y="2942834"/>
            <a:ext cx="12326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auditoriya uchun.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6759" y="428625"/>
            <a:ext cx="4750482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Agentlari: Investorning Aqlli Yordamchisi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00125" y="1048345"/>
            <a:ext cx="3429000" cy="1814513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2"/>
          <p:cNvSpPr/>
          <p:nvPr/>
        </p:nvSpPr>
        <p:spPr>
          <a:xfrm>
            <a:off x="1000125" y="1048345"/>
            <a:ext cx="3429000" cy="28575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8" y="1262658"/>
            <a:ext cx="321469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78781" y="1300163"/>
            <a:ext cx="120481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Aqlli Konsultant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214438" y="1662708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savollariga 24/7 rejimida tezkor javoblar berish va kerakli ma'lumotlarga yo'naltirish.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714875" y="1048345"/>
            <a:ext cx="3429000" cy="1814513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6"/>
          <p:cNvSpPr/>
          <p:nvPr/>
        </p:nvSpPr>
        <p:spPr>
          <a:xfrm>
            <a:off x="4714875" y="1048345"/>
            <a:ext cx="3429000" cy="28575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262658"/>
            <a:ext cx="192881" cy="2571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64944" y="1300163"/>
            <a:ext cx="17993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Investitsiya Kalkulyatori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929188" y="1662708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Kutilayotgan daromadlilik (ROI) va investitsiyaning qaytish muddatini aniq hisoblab berish.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1000125" y="3120033"/>
            <a:ext cx="3429000" cy="1814513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Shape 10"/>
          <p:cNvSpPr/>
          <p:nvPr/>
        </p:nvSpPr>
        <p:spPr>
          <a:xfrm>
            <a:off x="1000125" y="3120033"/>
            <a:ext cx="3429000" cy="28575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38" y="3334345"/>
            <a:ext cx="192881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0194" y="3371850"/>
            <a:ext cx="115555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Hujjatlar Agenti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214438" y="3734395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Kerakli hujjatlar ro'yxati, namunalar va ularni to'ldirish bo'yicha bosqichma-bosqich yo'riqnomalar.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714875" y="3120033"/>
            <a:ext cx="3429000" cy="1814513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Shape 14"/>
          <p:cNvSpPr/>
          <p:nvPr/>
        </p:nvSpPr>
        <p:spPr>
          <a:xfrm>
            <a:off x="4714875" y="3120033"/>
            <a:ext cx="3429000" cy="28575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334345"/>
            <a:ext cx="289322" cy="2571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61384" y="3371850"/>
            <a:ext cx="64631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Vizual AI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929188" y="3734395"/>
            <a:ext cx="3000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Konlardan olingan toshlarning sifatini va teksturasini avtomatik tahlil qilish imkoniyati.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30623" y="285750"/>
            <a:ext cx="4882753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Zamonaviy va Miqyosli Texnologik Yechimlar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42938" y="834033"/>
            <a:ext cx="1857375" cy="177879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834033"/>
            <a:ext cx="1857375" cy="28575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31" y="1012627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2100" y="1441252"/>
            <a:ext cx="61902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21531" y="1712714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(React)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821531" y="1885950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821531" y="2059186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821531" y="2232422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Optimallashgan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643188" y="834033"/>
            <a:ext cx="1857375" cy="177879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9"/>
          <p:cNvSpPr/>
          <p:nvPr/>
        </p:nvSpPr>
        <p:spPr>
          <a:xfrm>
            <a:off x="2643188" y="834033"/>
            <a:ext cx="1857375" cy="28575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012627"/>
            <a:ext cx="285750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24039" y="1441252"/>
            <a:ext cx="109564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Backend &amp; CMS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2821781" y="1712714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(FastAPI)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2821781" y="1885950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Strapi Headless CMS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2821781" y="2059186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API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2821781" y="2232422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 Ready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4643438" y="834033"/>
            <a:ext cx="1857375" cy="177879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Shape 16"/>
          <p:cNvSpPr/>
          <p:nvPr/>
        </p:nvSpPr>
        <p:spPr>
          <a:xfrm>
            <a:off x="4643438" y="834033"/>
            <a:ext cx="1857375" cy="28575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1012627"/>
            <a:ext cx="285750" cy="2857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214" y="1441252"/>
            <a:ext cx="62982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&amp; AI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822031" y="1712714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4822031" y="1885950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/ Gemini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4822031" y="2059186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Database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4822031" y="2232422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6643688" y="834033"/>
            <a:ext cx="1857375" cy="177879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Shape 23"/>
          <p:cNvSpPr/>
          <p:nvPr/>
        </p:nvSpPr>
        <p:spPr>
          <a:xfrm>
            <a:off x="6643688" y="834033"/>
            <a:ext cx="1857375" cy="28575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3781" y="1012627"/>
            <a:ext cx="357188" cy="28575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07920" y="1441252"/>
            <a:ext cx="92891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822281" y="1712714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(EC2, S3, RDS)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6822281" y="1885950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Deployment</a:t>
            </a:r>
            <a:endParaRPr lang="en-US" sz="750" dirty="0"/>
          </a:p>
        </p:txBody>
      </p:sp>
      <p:sp>
        <p:nvSpPr>
          <p:cNvPr id="34" name="Text 27"/>
          <p:cNvSpPr/>
          <p:nvPr/>
        </p:nvSpPr>
        <p:spPr>
          <a:xfrm>
            <a:off x="6822281" y="2059186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Pipelines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6822281" y="2232422"/>
            <a:ext cx="1500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Containers</a:t>
            </a:r>
            <a:endParaRPr lang="en-US" sz="750" dirty="0"/>
          </a:p>
        </p:txBody>
      </p:sp>
      <p:sp>
        <p:nvSpPr>
          <p:cNvPr id="36" name="Shape 29"/>
          <p:cNvSpPr/>
          <p:nvPr/>
        </p:nvSpPr>
        <p:spPr>
          <a:xfrm>
            <a:off x="2091054" y="2941439"/>
            <a:ext cx="4961892" cy="375047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C9A84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091054" y="2941439"/>
            <a:ext cx="4961892" cy="375047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A84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Loyiha eng ilg'or va ishonchli "Enterprise-grade" texnologiyalar asosida quriladi.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1256" y="285750"/>
            <a:ext cx="4581488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Ishlab Chiqish Strategiyasi va Yo'l Xaritasi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42938" y="869752"/>
            <a:ext cx="428625" cy="428625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869752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1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85875" y="834033"/>
            <a:ext cx="7215188" cy="1050131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4"/>
          <p:cNvSpPr/>
          <p:nvPr/>
        </p:nvSpPr>
        <p:spPr>
          <a:xfrm>
            <a:off x="1464469" y="1012627"/>
            <a:ext cx="68580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Veb-portal va Telegram Mini App (Hozirgi bosqich)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64469" y="1266230"/>
            <a:ext cx="33575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MAQSAD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464469" y="1455539"/>
            <a:ext cx="33575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Asosiy funksionallikni ishga tushirish va investorlarni jalb qilishni boshlash.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964906" y="1266230"/>
            <a:ext cx="33575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NATIJA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964906" y="1526977"/>
            <a:ext cx="2290856" cy="178594"/>
          </a:xfrm>
          <a:prstGeom prst="rect">
            <a:avLst/>
          </a:prstGeom>
          <a:solidFill>
            <a:srgbClr val="C9A84C">
              <a:alpha val="10000"/>
            </a:srgbClr>
          </a:solidFill>
          <a:ln w="9144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64906" y="1526977"/>
            <a:ext cx="2290856" cy="178594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9A8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To'liq funksional veb-sayt va Telegram Mini App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642938" y="2119908"/>
            <a:ext cx="428625" cy="428625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642938" y="2119908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1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285875" y="2084189"/>
            <a:ext cx="7215188" cy="110013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3"/>
          <p:cNvSpPr/>
          <p:nvPr/>
        </p:nvSpPr>
        <p:spPr>
          <a:xfrm>
            <a:off x="1464469" y="2262783"/>
            <a:ext cx="68580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 Ilova (Keyingi bosqich)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464469" y="2516386"/>
            <a:ext cx="33575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MAQSAD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464469" y="2705695"/>
            <a:ext cx="3357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Foydalanuvchi bazasini kengaytirish va mobil foydalanish tajribasini yaxshilash.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964906" y="2516386"/>
            <a:ext cx="33575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NATIJA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964906" y="2777133"/>
            <a:ext cx="1905958" cy="178594"/>
          </a:xfrm>
          <a:prstGeom prst="rect">
            <a:avLst/>
          </a:prstGeom>
          <a:solidFill>
            <a:srgbClr val="C9A84C">
              <a:alpha val="10000"/>
            </a:srgbClr>
          </a:solidFill>
          <a:ln w="9144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4906" y="2777133"/>
            <a:ext cx="1905958" cy="178594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9A8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iOS va Android uchun mahalliy ilovalar</a:t>
            </a:r>
            <a:endParaRPr lang="en-US" sz="6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99" y="3699570"/>
            <a:ext cx="100013" cy="10001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974549" y="3691533"/>
            <a:ext cx="9930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Avtomatizatsiya</a:t>
            </a:r>
            <a:endParaRPr lang="en-US" sz="7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364" y="3699570"/>
            <a:ext cx="100013" cy="10001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424814" y="3691533"/>
            <a:ext cx="9357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SSL &amp; API Xavfsizligi</a:t>
            </a:r>
            <a:endParaRPr lang="en-US" sz="7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284" y="3699570"/>
            <a:ext cx="112514" cy="10001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30235" y="3691533"/>
            <a:ext cx="6894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Monitoring</a:t>
            </a:r>
            <a:endParaRPr lang="en-US" sz="7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385" y="3699570"/>
            <a:ext cx="125016" cy="10001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001838" y="3691533"/>
            <a:ext cx="133903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Ko'p tillilikni qo'llab-quvvatlash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50362" y="428625"/>
            <a:ext cx="4243276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Loyiha Xarajatlari Smetasi (Birinchi Yil)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03697" y="1123355"/>
            <a:ext cx="3120340" cy="367903"/>
          </a:xfrm>
          <a:prstGeom prst="rect">
            <a:avLst/>
          </a:prstGeom>
          <a:solidFill>
            <a:srgbClr val="C9A84C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3697" y="1123355"/>
            <a:ext cx="3120340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0F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Xarajat Turi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24037" y="1123355"/>
            <a:ext cx="2026425" cy="367903"/>
          </a:xfrm>
          <a:prstGeom prst="rect">
            <a:avLst/>
          </a:prstGeom>
          <a:solidFill>
            <a:srgbClr val="C9A84C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24037" y="1123355"/>
            <a:ext cx="2026425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0F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Bir martalik (USD)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48899" y="1123355"/>
            <a:ext cx="1991404" cy="367903"/>
          </a:xfrm>
          <a:prstGeom prst="rect">
            <a:avLst/>
          </a:prstGeom>
          <a:solidFill>
            <a:srgbClr val="C9A84C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48899" y="1123355"/>
            <a:ext cx="1991404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0F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Yillik (USD)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03697" y="1484114"/>
            <a:ext cx="3125112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3697" y="1484114"/>
            <a:ext cx="3125112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Ishlab Chiqish (Ishchi Kuchi)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28808" y="1484114"/>
            <a:ext cx="2018584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28808" y="1484114"/>
            <a:ext cx="2018584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131,200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47392" y="1484114"/>
            <a:ext cx="1992911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7392" y="1484114"/>
            <a:ext cx="1992911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003697" y="1844873"/>
            <a:ext cx="3125112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3697" y="1844873"/>
            <a:ext cx="3125112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Litsenziyalar va Xizmatlar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28808" y="1844873"/>
            <a:ext cx="2018584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28808" y="1844873"/>
            <a:ext cx="2018584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47392" y="1844873"/>
            <a:ext cx="1992911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47392" y="1844873"/>
            <a:ext cx="1992911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1,549 - 5,099+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003697" y="2205633"/>
            <a:ext cx="3125112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3697" y="2205633"/>
            <a:ext cx="3125112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Infratuzilma (AWS/Vercel)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128808" y="2205633"/>
            <a:ext cx="2018584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8808" y="2205633"/>
            <a:ext cx="2018584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147392" y="2205633"/>
            <a:ext cx="1992911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47392" y="2205633"/>
            <a:ext cx="1992911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3,000 - 9,600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1003697" y="2566392"/>
            <a:ext cx="3125112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03697" y="2566392"/>
            <a:ext cx="3125112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Qo'llab-quvvatlash va Yangilash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25739" y="2566392"/>
            <a:ext cx="2020119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25739" y="2566392"/>
            <a:ext cx="2020119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144323" y="2566392"/>
            <a:ext cx="1995980" cy="367903"/>
          </a:xfrm>
          <a:prstGeom prst="rect">
            <a:avLst/>
          </a:prstGeom>
          <a:solidFill>
            <a:srgbClr val="1A1A2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44323" y="2566392"/>
            <a:ext cx="1995980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7,200 - 15,600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003697" y="2927152"/>
            <a:ext cx="3118945" cy="385763"/>
          </a:xfrm>
          <a:prstGeom prst="rect">
            <a:avLst/>
          </a:prstGeom>
          <a:solidFill>
            <a:srgbClr val="2A2A3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3697" y="2927152"/>
            <a:ext cx="3118945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Jami (Birinchi yil uchun)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120632" y="2927152"/>
            <a:ext cx="2022686" cy="385763"/>
          </a:xfrm>
          <a:prstGeom prst="rect">
            <a:avLst/>
          </a:prstGeom>
          <a:solidFill>
            <a:srgbClr val="2A2A3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20632" y="2927152"/>
            <a:ext cx="2022686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131,200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143318" y="2927152"/>
            <a:ext cx="1996985" cy="385763"/>
          </a:xfrm>
          <a:prstGeom prst="rect">
            <a:avLst/>
          </a:prstGeom>
          <a:solidFill>
            <a:srgbClr val="2A2A3E"/>
          </a:solidFill>
          <a:ln w="9144">
            <a:solidFill>
              <a:srgbClr val="2A2A3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43318" y="2927152"/>
            <a:ext cx="1996985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11,749 - 30,299+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447795" y="3587948"/>
            <a:ext cx="4248383" cy="510778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C9A84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747832" y="3771900"/>
            <a:ext cx="16077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Umumiy Birinchi Yil Xarajati: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494535" y="3732609"/>
            <a:ext cx="190160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142,949 - 161,499+ USD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962410" y="4284464"/>
            <a:ext cx="5219179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*Izoh: Bu taxminiy raqamlar bo'lib, loyihaning aniq talablari, jamoa tarkibi va bozor narxlariga qarab o'zgarishi mumkin.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Iqtisodiy Asos va Barqarorlik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762595"/>
            <a:ext cx="91440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Loyihaning daromad manbalari va uzoq muddatli rivojlanish strategiyasi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42938" y="1141214"/>
            <a:ext cx="1591103" cy="246459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Daromad Manbalari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630561"/>
            <a:ext cx="284997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7934" y="1601986"/>
            <a:ext cx="342975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Premium Obuna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27934" y="1784152"/>
            <a:ext cx="342975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Eksklyuziv bozor tahlillari va chuqurlashtirilgan kon ma'lumotlariga kirish.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312789"/>
            <a:ext cx="262086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5024" y="2284214"/>
            <a:ext cx="345266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Reklama va Hamkorlik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905024" y="2466380"/>
            <a:ext cx="345266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Sanoat uskunalari va logistika kompaniyalari uchun maqsadli reklama maydoni.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995017"/>
            <a:ext cx="263649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6587" y="2966442"/>
            <a:ext cx="345110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Konsalting Xizmatlari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906587" y="3148608"/>
            <a:ext cx="345110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va mutaxassislar tomonidan taqdim etiladigan pullik investitsion maslahatlar.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677245"/>
            <a:ext cx="264486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07424" y="3648670"/>
            <a:ext cx="345026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907424" y="3830836"/>
            <a:ext cx="345026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G'ozg'on marmaridan tayyorlangan suvenir va badiiy buyumlar onlayn savdosi.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4786313" y="1141214"/>
            <a:ext cx="1934421" cy="246459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Barqarorlik Strategiyasi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630561"/>
            <a:ext cx="285750" cy="1714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72063" y="1601986"/>
            <a:ext cx="320444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Doimiy Yangilanish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5072063" y="1784152"/>
            <a:ext cx="320444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Konlar va mahsulotlar bazasini muntazam ravishda yangilab borish.</a:t>
            </a:r>
            <a:endParaRPr lang="en-US" sz="8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152055"/>
            <a:ext cx="278104" cy="17145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064416" y="2123480"/>
            <a:ext cx="343664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Evolyutsiyasi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5064416" y="2305645"/>
            <a:ext cx="343664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agentlarini yangi ma'lumotlar bilan o'qitish va funksiyalarini kengaytirish.</a:t>
            </a:r>
            <a:endParaRPr lang="en-US" sz="8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834283"/>
            <a:ext cx="285750" cy="17145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072063" y="2805708"/>
            <a:ext cx="289983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Marketing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5072063" y="2987873"/>
            <a:ext cx="289983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Xalqaro forumlar va ko'rgazmalarda portalni faol targ'ib qilish.</a:t>
            </a:r>
            <a:endParaRPr lang="en-US" sz="8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3355777"/>
            <a:ext cx="285750" cy="17145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072063" y="3327202"/>
            <a:ext cx="316861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Ekosistema Kengayishi</a:t>
            </a:r>
            <a:endParaRPr lang="en-US" sz="900" dirty="0"/>
          </a:p>
        </p:txBody>
      </p:sp>
      <p:sp>
        <p:nvSpPr>
          <p:cNvPr id="30" name="Text 19"/>
          <p:cNvSpPr/>
          <p:nvPr/>
        </p:nvSpPr>
        <p:spPr>
          <a:xfrm>
            <a:off x="5072063" y="3509367"/>
            <a:ext cx="316861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 ilova orqali foydalanuvchilar qamrovini va sodiqligini oshirish.</a:t>
            </a:r>
            <a:endParaRPr lang="en-US" sz="800" dirty="0"/>
          </a:p>
        </p:txBody>
      </p:sp>
      <p:sp>
        <p:nvSpPr>
          <p:cNvPr id="31" name="Shape 20"/>
          <p:cNvSpPr/>
          <p:nvPr/>
        </p:nvSpPr>
        <p:spPr>
          <a:xfrm>
            <a:off x="1000125" y="4330898"/>
            <a:ext cx="7143750" cy="7215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1"/>
          <p:cNvSpPr/>
          <p:nvPr/>
        </p:nvSpPr>
        <p:spPr>
          <a:xfrm>
            <a:off x="1000125" y="4330898"/>
            <a:ext cx="7143750" cy="7144"/>
          </a:xfrm>
          <a:prstGeom prst="rect">
            <a:avLst/>
          </a:prstGeom>
          <a:solidFill>
            <a:srgbClr val="F4EEDB"/>
          </a:solidFill>
          <a:ln/>
        </p:spPr>
      </p:sp>
      <p:sp>
        <p:nvSpPr>
          <p:cNvPr id="33" name="Text 22"/>
          <p:cNvSpPr/>
          <p:nvPr/>
        </p:nvSpPr>
        <p:spPr>
          <a:xfrm>
            <a:off x="1626068" y="4531816"/>
            <a:ext cx="1111858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ROI 20%+</a:t>
            </a:r>
            <a:endParaRPr lang="en-US" sz="1200" dirty="0"/>
          </a:p>
        </p:txBody>
      </p:sp>
      <p:sp>
        <p:nvSpPr>
          <p:cNvPr id="34" name="Text 23"/>
          <p:cNvSpPr/>
          <p:nvPr/>
        </p:nvSpPr>
        <p:spPr>
          <a:xfrm>
            <a:off x="1626068" y="4728270"/>
            <a:ext cx="11118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Kutilayotgan daromadlilik</a:t>
            </a:r>
            <a:endParaRPr lang="en-US" sz="750" dirty="0"/>
          </a:p>
        </p:txBody>
      </p:sp>
      <p:sp>
        <p:nvSpPr>
          <p:cNvPr id="35" name="Text 24"/>
          <p:cNvSpPr/>
          <p:nvPr/>
        </p:nvSpPr>
        <p:spPr>
          <a:xfrm>
            <a:off x="3989840" y="4531816"/>
            <a:ext cx="121441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Yil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3989840" y="4728270"/>
            <a:ext cx="121441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O'rtacha qoplanish muddati</a:t>
            </a:r>
            <a:endParaRPr lang="en-US" sz="750" dirty="0"/>
          </a:p>
        </p:txBody>
      </p:sp>
      <p:sp>
        <p:nvSpPr>
          <p:cNvPr id="37" name="Text 26"/>
          <p:cNvSpPr/>
          <p:nvPr/>
        </p:nvSpPr>
        <p:spPr>
          <a:xfrm>
            <a:off x="6456164" y="4531816"/>
            <a:ext cx="106171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6456164" y="4728270"/>
            <a:ext cx="106171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Maqsadli bozor qamrovi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Nima Uchun Hozir Investitsiya Qilish Kerak?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762595"/>
            <a:ext cx="91440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G'ozg'onning noyob salohiyati va loyihaning strategik ahamiyati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41227"/>
            <a:ext cx="265407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8345" y="1212652"/>
            <a:ext cx="352078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Rivojlanayotgan Iqtisodiyot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908345" y="1419820"/>
            <a:ext cx="3520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O'zbekistonning ochiq iqtisodiy siyosati va investorlar uchun misli ko'rilmagan soliq imtiyozlari.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919883"/>
            <a:ext cx="283964" cy="2000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6902" y="1891308"/>
            <a:ext cx="350222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Global Bozorga Chiqish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926902" y="2098477"/>
            <a:ext cx="35022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G'ozg'on toshlariga bo'lgan xalqaro talabning ortishi va eksport salohiyatining yuqoriligi.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598539"/>
            <a:ext cx="259993" cy="2000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2931" y="2569964"/>
            <a:ext cx="352619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orqali Raqobat Ustunligi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902931" y="2777133"/>
            <a:ext cx="35261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Sanoatda birinchilardan bo'lib AI agentlarini joriy etish orqali boshqaruv samaradorligini oshirish.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277195"/>
            <a:ext cx="288568" cy="2000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31506" y="3248620"/>
            <a:ext cx="349761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Professional Jamoa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931506" y="3455789"/>
            <a:ext cx="34976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Aniq yo'l xaritasi va tajribali mutaxassislar tomonidan boshqariladigan barqaror loyiha.</a:t>
            </a:r>
            <a:endParaRPr lang="en-US" sz="8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9181" y="1269802"/>
            <a:ext cx="3457575" cy="2600325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1000125" y="3970139"/>
            <a:ext cx="714375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1"/>
          <p:cNvSpPr/>
          <p:nvPr/>
        </p:nvSpPr>
        <p:spPr>
          <a:xfrm>
            <a:off x="1000125" y="3970139"/>
            <a:ext cx="7143750" cy="7144"/>
          </a:xfrm>
          <a:prstGeom prst="rect">
            <a:avLst/>
          </a:prstGeom>
          <a:solidFill>
            <a:srgbClr val="F4EEDB"/>
          </a:solidFill>
          <a:ln/>
        </p:spPr>
      </p:sp>
      <p:sp>
        <p:nvSpPr>
          <p:cNvPr id="20" name="Text 12"/>
          <p:cNvSpPr/>
          <p:nvPr/>
        </p:nvSpPr>
        <p:spPr>
          <a:xfrm>
            <a:off x="1000125" y="4113014"/>
            <a:ext cx="714375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spc="1" kern="0" dirty="0">
                <a:solidFill>
                  <a:srgbClr val="C9A84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IMKONIYATNI BOY BERMANG: </a:t>
            </a:r>
            <a:r>
              <a:rPr lang="en-US" sz="1200" b="1" spc="1" kern="0" dirty="0">
                <a:solidFill>
                  <a:srgbClr val="C9A84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G'OZG'ON BILAN KELAJAKKA INVESTITSIYA </a:t>
            </a:r>
            <a:r>
              <a:rPr lang="en-US" sz="1200" b="1" spc="1" kern="0" dirty="0">
                <a:solidFill>
                  <a:srgbClr val="C9A84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QILING!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219" y="1092101"/>
            <a:ext cx="1071563" cy="857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60898" y="2235101"/>
            <a:ext cx="4422204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Savollar va Javoblar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3313974" y="2903041"/>
            <a:ext cx="2516051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C9A84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Ochiq muloqot uchun joy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714500" y="3594199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Loyihamiz bo'yicha har qanday savollaringizga javob berishga va takliflaringizni muhokama qilishga tayyormiz.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0" y="843855"/>
            <a:ext cx="571500" cy="571500"/>
          </a:xfrm>
          <a:prstGeom prst="rect">
            <a:avLst/>
          </a:prstGeom>
          <a:solidFill>
            <a:srgbClr val="E8D5A3"/>
          </a:solidFill>
          <a:ln/>
        </p:spPr>
      </p:sp>
      <p:sp>
        <p:nvSpPr>
          <p:cNvPr id="4" name="Text 1"/>
          <p:cNvSpPr/>
          <p:nvPr/>
        </p:nvSpPr>
        <p:spPr>
          <a:xfrm>
            <a:off x="4426893" y="965299"/>
            <a:ext cx="29021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G'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921543" y="1558230"/>
            <a:ext cx="330091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Biz Bilan Bog'laning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519553" y="2024360"/>
            <a:ext cx="2104867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9A84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G'ozg'on Investitsion Portali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874" y="2590502"/>
            <a:ext cx="21431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39061" y="2578001"/>
            <a:ext cx="2671707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[Sizning Ismingiz]</a:t>
            </a: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— [Lavozimingiz]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74" y="2951262"/>
            <a:ext cx="214313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39061" y="2938760"/>
            <a:ext cx="199963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Email: </a:t>
            </a: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[Sizning Emailingiz]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874" y="3312021"/>
            <a:ext cx="214313" cy="1571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339061" y="3299520"/>
            <a:ext cx="2823037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Telefon: </a:t>
            </a: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[Sizning Telefon Raqamingiz]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1874" y="3672780"/>
            <a:ext cx="214313" cy="1571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339061" y="3660279"/>
            <a:ext cx="2000027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Veb-sayt: </a:t>
            </a: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gazgan.invest.uz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2026-04-28T11:44:58Z</dcterms:created>
  <dcterms:modified xsi:type="dcterms:W3CDTF">2026-04-28T11:44:58Z</dcterms:modified>
</cp:coreProperties>
</file>